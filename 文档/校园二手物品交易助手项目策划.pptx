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们的项目——校园二手物品交易助手。这个项目旨在解决当前校园内二手物品交易中存在的诸多痛点，为广大师生提供一个便捷、安全、高效的交易平台。接下来，我将从课题意义、竞品分析、需求介绍、技术选型和可行性评估五个方面，详细阐述我们的项目策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五个部分。首先，我们将探讨本课题的意义，分析校园二手交易市场的现状与痛点。其次，我们会对现有竞品进行分析，找出市场机会。接着，详细介绍我们项目的功能需求。然后，阐述我们的技术选型方案。最后，对项目的可行性进行全面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首先，我们来看第一部分：课题意义。我们将深入分析校园二手交易市场的现状，挖掘其中存在的痛点，并阐明我们项目的核心价值所在。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市场数据来看，校园二手交易市场潜力巨大。2025年校园消费市场规模预计将达到1.2万亿元，而每年产生的闲置物品高达128万吨，但利用率却非常低。这说明市场存在巨大的供需缺口和资源浪费。同时，超过600亿的市场规模和不足20%的渗透率，为我们的项目提供了绝佳的切入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这个市场也存在着显著的痛点。首先是信息不对称和效率低下，传统渠道信息杂乱，发布流程繁琐。其次是信任缺失和交易风险，商品质量无保障、支付安全隐患和隐私泄露问题普遍存在。最后是交易体验不佳，沟通成本高，履约流程复杂。这些痛点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的项目将创造三方面的核心价值。在经济层面，为买卖双方提供实惠和收益，并实现平台自身的盈利。在社会与环保层面，促进资源循环，构建绿色校园。在用户体验层面，通过技术手段提升交易效率、保障交易安全、优化交易体验，让二手交易变得更简单、更安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接下来，我们进入第二部分：竞品分析。我们将分析当前市场上的主要竞争者，并从中寻找我们的机会点。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主要分析了三类竞品：闲鱼、转转和校内BBS/微信群。闲鱼用户多但缺乏校园特色，转转主打数码但品类有限，而校内渠道虽然信任度高但功能落后。这就为我们创造了机会：打造一个深度整合校园场景，兼具便捷、安全和社区化的平台，形成差异化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第三部分，我们将详细介绍项目的功能需求，包括用户端和管理端的核心功能模块。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用户端，我们将提供一系列核心功能。首先是严格的校园身份认证，确保用户真实可靠。其次是简化的商品发布流程和智能定价建议。在浏览和搜索方面，我们将利用LBS技术推荐附近商品。交易环节，我们提供内置聊天和担保交易，保障安全。最后，通过完善的信用体系，激励用户诚信交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第四部分，我们将介绍项目的初步技术选型。我们将选择成熟、稳定且适合校园场景的技术栈。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最后，我们将对项目的可行性进行全面评估，从技术、经济和操作三个维度进行分析。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技术层面看，我们选择的技术栈成熟且开发难度适中。经济层面，项目启动成本低，盈利模式清晰，市场潜力巨大。操作层面，我们可以利用校园渠道进行精准推广，并通过校园认证构建信任体系，风险可控。综上所述，本项目在技术、经济和操作上均具备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jpe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svg"/><Relationship Id="rId7" Type="http://schemas.openxmlformats.org/officeDocument/2006/relationships/image" Target="../media/image4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image" Target="../media/image49.svg"/><Relationship Id="rId11" Type="http://schemas.openxmlformats.org/officeDocument/2006/relationships/image" Target="../media/image48.png"/><Relationship Id="rId10" Type="http://schemas.openxmlformats.org/officeDocument/2006/relationships/image" Target="../media/image47.sv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52.jpe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8.svg"/><Relationship Id="rId11" Type="http://schemas.openxmlformats.org/officeDocument/2006/relationships/image" Target="../media/image57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1.svg"/><Relationship Id="rId7" Type="http://schemas.openxmlformats.org/officeDocument/2006/relationships/image" Target="../media/image70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9.jpe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541000" y="-762000"/>
            <a:ext cx="2032000" cy="20320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1016000" y="5080000"/>
            <a:ext cx="2794000" cy="2794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校园二手物品交易助手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 spc="4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项目策划报告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人：陈佳浩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小组其他成员：黄枭</a:t>
            </a:r>
            <a:r>
              <a:rPr lang="en-US" altLang="zh-CN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吴铠涛</a:t>
            </a:r>
            <a:r>
              <a:rPr lang="en-US" altLang="zh-CN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陈炫耀</a:t>
            </a:r>
            <a:r>
              <a:rPr lang="en-US" altLang="zh-CN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吕星炎</a:t>
            </a:r>
            <a:endParaRPr lang="zh-CN" altLang="en-US" sz="16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7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课题意义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深入剖析校园二手交易市场的现状与痛点，挖掘项目的核心价值与社会意义。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47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竞品分析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对比主流二手交易平台的功能差异，精准定位市场空白与差异化机会点。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247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需求介绍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984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详细拆解用户端与管理端的核心功能模块，明确产品功能架构与使用流程。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765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2667000" y="4381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667000" y="4889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6670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阐述前后端技术栈的选择依据，展示系统整体架构设计与数据交互逻辑。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381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889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可行性评估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从技术实现、经济成本及操作落地三个维度，全面论证项目的可行性与前景。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课题意义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368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3876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市场现状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27686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校园内二手物品流转需求旺盛，但交易多局限于零散的线下跳蚤市场或低效的社群发布，缺乏统一规范的交易平台，信息不对称导致供需匹配效率低下。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368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46700" y="23876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11700" y="3048000"/>
            <a:ext cx="27686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交易流程缺乏监管，信任成本高，易产生纠纷；信息检索困难，沟通成本高昂；闲置物品处理周期长，资源浪费严重，难以实现精准高效的供需对接。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6600" y="23368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91600" y="23876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56600" y="3048000"/>
            <a:ext cx="27686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构建安全、高效的校园二手交易闭环，促进资源循环利用与绿色低碳生活；降低学生生活成本，打造互助共享的校园社区生态，提升校园生活品质。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通过搭建规范化平台，打通校园闲置资源流通的“最后一公里”，实现经济实惠与环保理念的双赢。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市场现状与巨大潜力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651000"/>
            <a:ext cx="3556000" cy="355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校园生活场景：闲置物品流转的核心载体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651000"/>
            <a:ext cx="660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651500" y="1778000"/>
            <a:ext cx="571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宏观规模：千亿级校园消费蓝海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2025年预计规模达 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1.2万亿元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，其中生活用品与电子产品消费占比合计40%，构成二手交易核心品类，市场基础雄厚。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826000" y="3048000"/>
            <a:ext cx="660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323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651500" y="3175000"/>
            <a:ext cx="571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闲置存量：百万吨级资源待激活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全国高校年闲置物品约 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128万吨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，但循环利用率不足15%，存在严重的资源错配，具备极高的转化潜力。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826000" y="4445000"/>
            <a:ext cx="660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463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651500" y="4572000"/>
            <a:ext cx="571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市场机会：渗透率低，增长空间广阔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校园闲置市场年规模超 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600亿元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，但现有平台渗透率不足20%，竞争格局宽松，为新平台提供了绝佳的切入窗口期。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核心痛点分析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524000"/>
            <a:ext cx="2540000" cy="44196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683000" y="1524000"/>
            <a:ext cx="762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508500" y="17145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信息孤岛与效率瓶颈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2133600"/>
            <a:ext cx="660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依赖微信群、论坛等零散渠道，信息分散杂乱；发布流程繁琐耗时，超78%学生期待“30秒极速发布”；缺乏智能匹配，商品成交周期长，流转效率低下。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83000" y="3111500"/>
            <a:ext cx="762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7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08500" y="33020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信任危机与交易风险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3721100"/>
            <a:ext cx="660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超83%的学生遭遇过“货不对板”或欺诈；私下交易无保障，维权困难；非正规平台交易易泄露个人隐私，支付安全与信息安全双重隐患。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699000"/>
            <a:ext cx="762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0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08500" y="48895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体验断层与服务缺失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5308600"/>
            <a:ext cx="660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沟通成本极高，需反复确认细节；物流配送慢、面交协调难；定价缺乏参考标准易引发争议，履约与售后环节的缺失让交易体验大打折扣。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经济价值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10160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买家省钱：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提供高性价比的二手商品，直接降低学生的生活与学习成本，减轻经济压力。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卖家变现：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让闲置物品快速流转变现，有效盘活个人存量资产，实现资源的最大化利用。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平台共赢：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通过佣金与广告等模式，保障平台可持续发展，构建良性的校园商业生态。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990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842000" y="1905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社会与环保价值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699013" y="3105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99000" y="3302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资源循环：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提升闲置物品的循环利用率，减少生产制造与废弃物排放，助力低碳环保生活。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绿色校园：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培育学生的环保意识，倡导可持续消费理念，共建绿色、低碳的校园文化。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社区联结：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促进校园内物品与信息的流通，增强师生间的互动与信任，构建温暖社区。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用户体验价值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3820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82000" y="2667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高效匹配：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基于LBS定位与智能推荐算法，实现供需双方的快速精准匹配，提升交易效率。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安全保障：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建立严格的校园实名认证体系，提供担保交易与纠纷处理机制，让交易更安心。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便捷体验：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极简的发布流程，即时通讯工具与便捷的履约方式，打造流畅的交易闭环。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6096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让闲置流转，让校园更美好 —— 打造校园生活的绿色新生态，实现多方共赢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竞品分析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主流平台功能对比与机会点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核心功能矩阵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深度拆解主流竞品的核心功能模块，横向对比功能覆盖度、独特性及迭代速度，精准识别市场中的功能缺口与差异化机会。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540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79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用户体验洞察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482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从交互流程、视觉设计、响应速度及用户反馈等维度，全方位剖析竞品的体验短板与优势，提炼可借鉴的设计策略与避坑指南。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540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794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市场机会挖掘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80400" y="3365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基于竞品的痛点、用户未被满足的需求以及市场空白点，结合行业发展趋势，锁定产品差异化突围的关键切入点与增长机会。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9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分析总结：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通过对主流竞品的多维剖析，不仅能清晰认知市场格局，更能为产品的功能规划、体验优化及差异化竞争策略提供坚实的数据支撑与方向指引。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主流平台功能对比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当前校园二手交易市场主要存在三类竞争者：综合性二手平台、传统校园渠道以及新兴的校园垂直平台。各类平台在用户基数、品类覆盖及信任度上各有千秋，也存在明显的体验短板。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841500" y="2476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闲鱼校园版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3232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365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用户基数庞大，全品类覆盖，交易活跃度极高。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假货争议频发，缺乏针对校园场景的深度优化。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中等（通用型强，非垂直）。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22225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45720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461000" y="2476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转转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232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3365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3C数码领域优势显著，提供专业验机服务保障。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品类相对单一，验机流程耗时，缺乏校园属性。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较低（偏向专业数码，非校园专属）。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225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l="12500" r="12500"/>
          <a:stretch>
            <a:fillRect/>
          </a:stretch>
        </p:blipFill>
        <p:spPr>
          <a:xfrm>
            <a:off x="81915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080500" y="2476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校内社群/BBS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91513" y="3232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91500" y="3365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基于校友身份，天然信任度高，沟通成本低。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信息杂乱难筛选，无交易保障，管理缺失。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高（信任度），但功能体验严重落后。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5359400"/>
            <a:ext cx="952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市场机会点：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精准切入校园场景空白，打造兼具 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便捷性、安全性与社区化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的专属交易平台。通过深度整合校园生态，解决现有平台信任缺失、功能冗余或体验落后的痛点，构建差异化竞争壁垒。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需求介绍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2098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28800" y="2260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用户端 · 全场景体验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2965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1750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智能预约服务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支持精准时段选择与实时排队提醒，告别无效等待，大幅优化用户到店与服务体验。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0005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多维服务评价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构建多维度评分与反馈体系，帮助商家及时改进服务，形成正向的服务质量闭环。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48260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会员权益中心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一站式管理订单记录、收藏店铺与会员专属权益，打造个性化的用户服务与成长体系。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098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89800" y="2260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 · 高效运营管控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96">
            <a:off x="6527809" y="2965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27800" y="31750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实时订单管控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全流程监控订单状态，高效处理预约、核销与售后退款，保障服务流转的高效与顺畅。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0005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经营数据看板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可视化展示营收、客流、转化率等核心数据，通过多维度报表辅助经营决策与策略调整。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4826000"/>
            <a:ext cx="4597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门店智能配置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灵活配置服务项目、人员排班与门店信息，快速适配不同时段、不同场景的运营需求。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以用户体验为核心，以运营效率为目标，构建双向赋能的产品生态，实现用户便捷与商家高效的共赢。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用户端核心功能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53" b="253"/>
          <a:stretch>
            <a:fillRect/>
          </a:stretch>
        </p:blipFill>
        <p:spPr>
          <a:xfrm>
            <a:off x="762000" y="1778000"/>
            <a:ext cx="4318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08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聚焦校园生活场景，构建“便捷、安全、社区化”的二手交易生态。通过实名认证建立信任，智能推荐提升效率，平台担保保障安全，让每一次闲置流转都简单安心。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32500" y="1930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用户实名认证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基于学号与校园卡双重核验，构建校园专属信任基石，从源头保障交易双方身份真实可靠。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99500" y="1778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196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271000" y="1930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智能发布管理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支持一键拍照识物，提供基于大数据的智能定价建议，轻松管理商品上下架与信息维护。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461000" y="3302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1500" y="3492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032500" y="3454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LBS 附近推荐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基于地理位置智能推送周边闲置好物，支持多维度筛选与精准搜索，快速发现心仪商品。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99500" y="3302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0" y="3492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71000" y="3454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安全交易保障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内置隐私保护聊天系统，提供平台资金担保服务，全程护航交易安全，杜绝诈骗风险。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461000" y="4826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1500" y="5016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032500" y="4978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信用评价档案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建立完善的用户信用等级与评价体系，展示交易记录与口碑，打造诚信互助的社区氛围。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699500" y="4826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90000" y="5016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271000" y="4978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校园社区生态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不仅是交易平台，更是校园生活的交流圈，促进物品循环利用，连接校园生活点滴。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管理端核心功能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95" b="195"/>
          <a:stretch>
            <a:fillRect/>
          </a:stretch>
        </p:blipFill>
        <p:spPr>
          <a:xfrm>
            <a:off x="762000" y="1778000"/>
            <a:ext cx="2286000" cy="3429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实时监控，移动端便捷管理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1778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27500" y="1968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46500" y="2349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审核用户实名认证信息，灵活管控账号状态，筑牢平台安全准入防线，确保用户真实性。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32385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500" y="342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3429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商品管理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46500" y="3810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严格审核商品发布资质，快速处理违规举报与下架，净化交易环境，维护平台生态健康。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4699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4889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27500" y="4889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交易管理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46500" y="5270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全流程监控交易状态，及时介入处理纠纷投诉，保障买卖双方权益，提升平台交易信任度。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1778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6500" y="1968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937500" y="1968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数据统计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556500" y="2349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多维分析交易数据、用户活跃度及热门品类，生成可视化报表，为运营决策提供数据支撑。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66000" y="32385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6500" y="3429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937500" y="3429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内容管理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技术选型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272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 + TypeScript + Vite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组件化开发提升复用性，Vite实现秒级热更新，响应式设计完美适配移动端与桌面端。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069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95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721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048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+ MySQL + Redis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成熟的生态体系保障稳定性，多级缓存机制优化响应速度，ORM框架简化数据交互。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518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095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架构设计原则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048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分层解耦 · 微服务化 · 安全合规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模块化降低维护成本，灵活扩展支撑业务迭代，全方位保障数据安全与隐私合规。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740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选型洞察：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采用“主流+轻量”的技术组合，平衡开发效率与系统性能，不仅满足当前校园场景需求，更为未来的业务扩展预留充足空间。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可行性评估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1115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基于成熟的技术架构，完美兼容现有业务系统，技术风险可控且具备高扩展性。开发周期可精准预估，能快速响应业务迭代需求，为项目落地提供坚实的技术保障。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60900" y="31115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经济可行性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项目投入成本可控，预期收益清晰可见。经测算，投入产出比优于行业平均水平，预计12个月内实现盈亏平衡，长期运营成本低，具备持续稳定的盈利增长潜力。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05800" y="31115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操作可行性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操作流程贴合用户习惯，界面简洁直观，无需复杂培训即可快速上手。日常维护便捷，运维成本低，能够快速在团队内部推广，保障业务高效运转。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588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综合研判：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项目在技术落地、经济效益与实操落地三个维度均表现优异，具备极高的可行性与落地价值，建议推进实施。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可行性评估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545" r="1545"/>
          <a:stretch>
            <a:fillRect/>
          </a:stretch>
        </p:blipFill>
        <p:spPr>
          <a:xfrm>
            <a:off x="762000" y="1778000"/>
            <a:ext cx="4064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89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依托真实的校园生活场景，构建便捷、安全、高效的闲置物品交易平台，连接每一位在校师生的需求，打造专属校园的绿色生活圈。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32500" y="1968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技术可行性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2413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采用主流成熟的技术栈，社区支持完善，开发难度适中，适合学生团队快速上手；服务器与域名等基础设施成本低廉，部署便捷，可快速迭代更新。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207000" y="3429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361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32500" y="3619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经济可行性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4064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小程序开发启动成本低，硬件投入少；盈利模式清晰多元，涵盖交易佣金、精准广告及增值服务；校园闲置市场规模超600亿，拥有巨大的市场增长潜力。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5080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32500" y="5270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操作可行性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1000" y="5715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利用校园社群、社团等渠道可实现低成本精准推广；基于校园认证与线下自提构建天然信任体系；初期聚焦单一高校验证模式，风险可控且易于复制。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49657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3889</Words>
  <Application>WPS 演示</Application>
  <PresentationFormat/>
  <Paragraphs>262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Sean</cp:lastModifiedBy>
  <cp:revision>2</cp:revision>
  <dcterms:created xsi:type="dcterms:W3CDTF">2026-09-11T04:38:45Z</dcterms:created>
  <dcterms:modified xsi:type="dcterms:W3CDTF">2026-09-11T04:39:03Z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{"Label":"1","ContentProducer":"001191110102MACQD9K64010000","ProduceID":"7682713836574624698","ReservedCode1":"","ContentPropagator":"","PropagateID":"","ReservedCode2":""}</vt:lpwstr>
  </property>
  <property fmtid="{D5CDD505-2E9C-101B-9397-08002B2CF9AE}" pid="3" name="ICV">
    <vt:lpwstr>7D017EE6C7E24AA290D5D1C6510CB56A_13</vt:lpwstr>
  </property>
  <property fmtid="{D5CDD505-2E9C-101B-9397-08002B2CF9AE}" pid="4" name="KSOProductBuildVer">
    <vt:lpwstr>2052-12.1.0.21915</vt:lpwstr>
  </property>
</Properties>
</file>